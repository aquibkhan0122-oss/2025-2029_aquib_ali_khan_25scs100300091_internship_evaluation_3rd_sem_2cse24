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71800" cy="6858000"/>
          </a:xfrm>
          <a:prstGeom prst="rect">
            <a:avLst/>
          </a:prstGeom>
          <a:solidFill>
            <a:srgbClr val="1F3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057400" y="-502920"/>
            <a:ext cx="1645920" cy="1645920"/>
          </a:xfrm>
          <a:prstGeom prst="ellipse">
            <a:avLst/>
          </a:prstGeom>
          <a:solidFill>
            <a:srgbClr val="1F3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65960" y="5806440"/>
            <a:ext cx="1508760" cy="1508760"/>
          </a:xfrm>
          <a:prstGeom prst="ellipse">
            <a:avLst/>
          </a:prstGeom>
          <a:solidFill>
            <a:srgbClr val="1F3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2011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Georgia"/>
              </a:rPr>
              <a:t>INTERNSHIP
REPORT
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74519"/>
            <a:ext cx="2057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CYBER
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074920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Thiranex
Remote / Project-Based
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108192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ptos"/>
              </a:rPr>
              <a:t>IILM University, Greater Noida
B.Tech 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658368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E273D"/>
                </a:solidFill>
                <a:latin typeface="Georgia"/>
              </a:rPr>
              <a:t>AQUIB ALI KHAN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135331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778"/>
                </a:solidFill>
                <a:latin typeface="Aptos"/>
              </a:rPr>
              <a:t>Intern – Cybersecurity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24028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6A84"/>
                </a:solidFill>
                <a:latin typeface="Aptos"/>
              </a:rPr>
              <a:t>Internship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542032"/>
            <a:ext cx="6858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73D"/>
                </a:solidFill>
                <a:latin typeface="Aptos"/>
              </a:rPr>
              <a:t>Practical cybersecurity projects covering
password security, vulnerability assessment,
phishing detection, and secure authentication.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4160520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A84"/>
                </a:solidFill>
                <a:latin typeface="Aptos"/>
              </a:rPr>
              <a:t>Four practical projects • Cybersecurity • Project-based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4892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73D"/>
                </a:solidFill>
                <a:latin typeface="Aptos"/>
              </a:rPr>
              <a:t>Roll No.: 25SCS1003000491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35508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A84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F9737"/>
                </a:solidFill>
                <a:latin typeface="Aptos"/>
              </a:rPr>
              <a:t>ABOUT THE 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73D"/>
                </a:solidFill>
                <a:latin typeface="Georgia"/>
              </a:rPr>
              <a:t>Candidate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A84"/>
                </a:solidFill>
                <a:latin typeface="Aptos"/>
              </a:rPr>
              <a:t>Thiranex • Cybersecurity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A84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828800" cy="4389120"/>
          </a:xfrm>
          <a:prstGeom prst="roundRect">
            <a:avLst/>
          </a:prstGeom>
          <a:solidFill>
            <a:srgbClr val="1F3778"/>
          </a:solidFill>
          <a:ln>
            <a:solidFill>
              <a:srgbClr val="1F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822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AQUIB
ALI KHAN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931920"/>
            <a:ext cx="1508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ptos"/>
              </a:rPr>
              <a:t>B.Tech – Computer Science &amp;
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417320"/>
            <a:ext cx="3794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07792" y="158191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160934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581912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Institute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947672"/>
            <a:ext cx="29077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IILM University, Greater Noida, U.P.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417320"/>
            <a:ext cx="3794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76872" y="158191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6872" y="160934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8" y="1581912"/>
            <a:ext cx="3017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Programme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47672"/>
            <a:ext cx="2907791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B.Tech CSE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2880360"/>
            <a:ext cx="3794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07792" y="304495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07792" y="307238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3044952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Internship 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3410712"/>
            <a:ext cx="29077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Intern – Cybersecurity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80" y="2880360"/>
            <a:ext cx="3794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76872" y="304495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07238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8" y="3044952"/>
            <a:ext cx="3017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Roll Number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8" y="3410712"/>
            <a:ext cx="2907791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25SCS1003000491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4343400"/>
            <a:ext cx="7863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7792" y="450799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07792" y="453542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5848" y="4507992"/>
            <a:ext cx="7086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Work 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5848" y="4873752"/>
            <a:ext cx="697687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Remote / Project-Based • Practical cybersecurity projects and task-oriented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F9737"/>
                </a:solidFill>
                <a:latin typeface="Aptos"/>
              </a:rPr>
              <a:t>ABOUT THE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73D"/>
                </a:solidFill>
                <a:latin typeface="Georgia"/>
              </a:rPr>
              <a:t>Thiranex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A84"/>
                </a:solidFill>
                <a:latin typeface="Aptos"/>
              </a:rPr>
              <a:t>Thiranex • Cybersecurity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A84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73D"/>
                </a:solidFill>
                <a:latin typeface="Aptos"/>
              </a:rPr>
              <a:t>The internship was offered by Thiranex as a remote, project-based cybersecurity internship. The work was organized around practical tasks designed to build understanding through implementation, testing, and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33832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290779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93522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907792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273552"/>
            <a:ext cx="2496312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Intern – Cybersecurity
Practical security-oriented project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743200"/>
            <a:ext cx="33832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290779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93522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2907792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3273552"/>
            <a:ext cx="2496312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Remote / Project-Based
Work organized around practical application and security tasks.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743200"/>
            <a:ext cx="33832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1" y="290779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293522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2907792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Mentorship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3273552"/>
            <a:ext cx="2496312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Industry-oriented guidance
Progress and project work reviewed during the internship.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F9737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73D"/>
                </a:solidFill>
                <a:latin typeface="Georgia"/>
              </a:rPr>
              <a:t>From Security Concepts to Practical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A84"/>
                </a:solidFill>
                <a:latin typeface="Aptos"/>
              </a:rPr>
              <a:t>Thiranex • Cybersecurity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A84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34440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73D"/>
                </a:solidFill>
                <a:latin typeface="Aptos"/>
              </a:rPr>
              <a:t>Cybersecurity concepts become more useful when they are applied to practical problems. The internship addressed common security concerns through four different projects.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23160"/>
            <a:ext cx="26060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8952" y="258775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61518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58775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ANALYZE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953512"/>
            <a:ext cx="1719072" cy="167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Understand the security requirement and identify the problem.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2423160"/>
            <a:ext cx="26060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74720" y="258775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61518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2776" y="258775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2776" y="2953512"/>
            <a:ext cx="1719072" cy="167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Develop the required security feature, tool, or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25896" y="2423160"/>
            <a:ext cx="26060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90488" y="258775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8" y="261518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258775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2953512"/>
            <a:ext cx="1719072" cy="167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Check outputs, inputs, security behaviour, and errors.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41664" y="2423160"/>
            <a:ext cx="26060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06256" y="258775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06256" y="261518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258775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IMPROVE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2953512"/>
            <a:ext cx="1719072" cy="167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Correct issues and refine the implementation.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F3778"/>
                </a:solidFill>
                <a:latin typeface="Aptos"/>
              </a:rPr>
              <a:t>The internship addressed this practical gap through password security, vulnerability scanning, phishing detection, and secure login development.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F9737"/>
                </a:solidFill>
                <a:latin typeface="Aptos"/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73D"/>
                </a:solidFill>
                <a:latin typeface="Georgia"/>
              </a:rPr>
              <a:t>What the Internship Set Out to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A84"/>
                </a:solidFill>
                <a:latin typeface="Aptos"/>
              </a:rPr>
              <a:t>Thiranex • Cybersecurity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A84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063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8952" y="149047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1790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49047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Password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856231"/>
            <a:ext cx="2176272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Analyze password length, complexity, and uniqueness.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325880"/>
            <a:ext cx="3063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33672" y="149047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2" y="151790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149047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Vulnerability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1856231"/>
            <a:ext cx="2176272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Identify open ports, weak configurations, and outdated versions.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325880"/>
            <a:ext cx="3063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08392" y="149047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392" y="151790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149047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Phishing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1856231"/>
            <a:ext cx="2176272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Classify emails as “Phishing” or “Safe” using machine learning.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657600"/>
            <a:ext cx="3063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8952" y="3822191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384962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3822191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Secure Authentication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4187952"/>
            <a:ext cx="2176272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Implement registration, login, password hashing, and session handling.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69080" y="3657600"/>
            <a:ext cx="3063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233672" y="3822191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33672" y="384962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3822191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Security Practices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4187952"/>
            <a:ext cx="2176272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Understand validation and protection against common attacks.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800" y="3657600"/>
            <a:ext cx="3063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08392" y="3822191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08392" y="384962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822191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Testing &amp; Debugging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4187952"/>
            <a:ext cx="2176272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Improve testing, debugging, analysis, and problem-solving skills.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F9737"/>
                </a:solidFill>
                <a:latin typeface="Aptos"/>
              </a:rPr>
              <a:t>PROJECT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73D"/>
                </a:solidFill>
                <a:latin typeface="Georgia"/>
              </a:rPr>
              <a:t>Four Practical Cybersecurity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A84"/>
                </a:solidFill>
                <a:latin typeface="Aptos"/>
              </a:rPr>
              <a:t>Thiranex • Cybersecurity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A84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1" y="158191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60934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581912"/>
            <a:ext cx="4526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Password Strength Analyzer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947672"/>
            <a:ext cx="4416552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Checks password length, complexity, uniqueness, and suggests stronger alternatives.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82512" y="158191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0934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581912"/>
            <a:ext cx="4526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Vulnerability Scanner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1947672"/>
            <a:ext cx="4416552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Checks common security issues such as open ports, weak configurations, and outdated software versions.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9476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1" y="395935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398678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3959352"/>
            <a:ext cx="4526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Phishing Email Detection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4325112"/>
            <a:ext cx="4416552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Uses email features and Scikit-learn to classify messages as “Phishing” or “Safe”.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9476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395935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398678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3959352"/>
            <a:ext cx="4526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Secure Login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4325112"/>
            <a:ext cx="4416552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Provides registration and login with password hashing, validation, session management, and security controls.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080760"/>
            <a:ext cx="9966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C6A84"/>
                </a:solidFill>
                <a:latin typeface="Aptos"/>
              </a:rPr>
              <a:t>Project work was completed according to the assigned requirements and focused on practical security implementation.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F9737"/>
                </a:solidFill>
                <a:latin typeface="Aptos"/>
              </a:rPr>
              <a:t>TECHNOLOGIES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73D"/>
                </a:solidFill>
                <a:latin typeface="Georgia"/>
              </a:rPr>
              <a:t>The Toolkit Behind the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A84"/>
                </a:solidFill>
                <a:latin typeface="Aptos"/>
              </a:rPr>
              <a:t>Thiranex • Cybersecurity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A84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8952" y="149047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1790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49047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Programming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856231"/>
            <a:ext cx="1627632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Python • JavaScript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32588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93592" y="149047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51790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149047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1856231"/>
            <a:ext cx="1627632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HTML • CSS • JavaScript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32588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1" y="149047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151790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149047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Machine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1856231"/>
            <a:ext cx="1627632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Scikit-learn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132588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872" y="149047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872" y="151790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149047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1856231"/>
            <a:ext cx="1627632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Password hashing • Input validation • Vulnerability checks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65760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8952" y="3822191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84962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3822191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4187952"/>
            <a:ext cx="1627632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Database integration for user-related records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365760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593592" y="3822191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93592" y="384962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41648" y="3822191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Development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41648" y="4187952"/>
            <a:ext cx="1627632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Visual Studio Code • npm / project dependencies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65760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28231" y="3822191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1" y="384962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6288" y="3822191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Testing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6288" y="4187952"/>
            <a:ext cx="1627632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Postman • Browser testing • Functional checks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98280" y="365760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262872" y="3822191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62872" y="384962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10928" y="3822191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Version Control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0928" y="4187952"/>
            <a:ext cx="1627632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Git • GitHub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F9737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73D"/>
                </a:solidFill>
                <a:latin typeface="Georgia"/>
              </a:rPr>
              <a:t>From User Input to Security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A84"/>
                </a:solidFill>
                <a:latin typeface="Aptos"/>
              </a:rPr>
              <a:t>Thiranex • Cybersecurity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A84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102870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50876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F9737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49047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User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481328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Password / system input / email / login 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03911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3778"/>
                </a:solidFill>
                <a:latin typeface="Aptos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331720"/>
            <a:ext cx="102870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51460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F9737"/>
                </a:solidFill>
                <a:latin typeface="Aptos"/>
              </a:rPr>
              <a:t>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49631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Application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87168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Validation, analysis, scanning, classification, 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04495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3778"/>
                </a:solidFill>
                <a:latin typeface="Apto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337560"/>
            <a:ext cx="102870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52044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F9737"/>
                </a:solidFill>
                <a:latin typeface="Aptos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5021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Database /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493008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User records where required; trained ML model for phishing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4050791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3778"/>
                </a:solidFill>
                <a:latin typeface="Aptos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343400"/>
            <a:ext cx="102870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5262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F9737"/>
                </a:solidFill>
                <a:latin typeface="Aptos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5079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Security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498848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Strength feedback, vulnerability report, phishing classification, or login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623560"/>
            <a:ext cx="8503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3778"/>
                </a:solidFill>
                <a:latin typeface="Aptos"/>
              </a:rPr>
              <a:t>User → Interface → Security Processing → Data / Model → Result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F9737"/>
                </a:solidFill>
                <a:latin typeface="Aptos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73D"/>
                </a:solidFill>
                <a:latin typeface="Georgia"/>
              </a:rPr>
              <a:t>The Project Development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A84"/>
                </a:solidFill>
                <a:latin typeface="Aptos"/>
              </a:rPr>
              <a:t>Thiranex • Cybersecurity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A84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063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8952" y="149047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1790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49047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Requirement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856231"/>
            <a:ext cx="2176272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Understand project purpose, security requirements, inputs, and expected outputs.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325880"/>
            <a:ext cx="3063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33672" y="149047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2" y="151790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149047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Planning &amp;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1856231"/>
            <a:ext cx="2176272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Plan application flow, components, data handling, and security checks.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325880"/>
            <a:ext cx="3063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08392" y="149047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392" y="151790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149047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1856231"/>
            <a:ext cx="2176272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Develop the required tool, model, or authentication functionality.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657600"/>
            <a:ext cx="3063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8952" y="3822191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384962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3822191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4187952"/>
            <a:ext cx="2176272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Connect application components, data storage, and supporting libraries where required.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69080" y="3657600"/>
            <a:ext cx="3063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233672" y="3822191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33672" y="384962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3822191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Testing &amp; Debugging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4187952"/>
            <a:ext cx="2176272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Test different cases, identify errors, and make corrections.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800" y="3657600"/>
            <a:ext cx="3063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08392" y="3822191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08392" y="384962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822191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Final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4187952"/>
            <a:ext cx="2176272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Check functionality, security behaviour, and whether requirements are satisfied.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F9737"/>
                </a:solidFill>
                <a:latin typeface="Aptos"/>
              </a:rPr>
              <a:t>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73D"/>
                </a:solidFill>
                <a:latin typeface="Georgia"/>
              </a:rPr>
              <a:t>Skills &amp; Capabilities Gained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A84"/>
                </a:solidFill>
                <a:latin typeface="Aptos"/>
              </a:rPr>
              <a:t>Thiranex • Cybersecurity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A84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744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72768"/>
            <a:ext cx="101041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1E273D"/>
                </a:solidFill>
                <a:latin typeface="Aptos"/>
              </a:defRPr>
            </a:pPr>
            <a:r>
              <a:t>• Practical understanding of common cybersecurity problems and basic security solutions.</a:t>
            </a:r>
          </a:p>
          <a:p>
            <a:pPr>
              <a:spcAft>
                <a:spcPts val="900"/>
              </a:spcAft>
              <a:defRPr sz="1200">
                <a:solidFill>
                  <a:srgbClr val="1E273D"/>
                </a:solidFill>
                <a:latin typeface="Aptos"/>
              </a:defRPr>
            </a:pPr>
            <a:r>
              <a:t>• Ability to evaluate password strength using defined security criteria.</a:t>
            </a:r>
          </a:p>
          <a:p>
            <a:pPr>
              <a:spcAft>
                <a:spcPts val="900"/>
              </a:spcAft>
              <a:defRPr sz="1200">
                <a:solidFill>
                  <a:srgbClr val="1E273D"/>
                </a:solidFill>
                <a:latin typeface="Aptos"/>
              </a:defRPr>
            </a:pPr>
            <a:r>
              <a:t>• Experience with basic vulnerability scanning and security assessment.</a:t>
            </a:r>
          </a:p>
          <a:p>
            <a:pPr>
              <a:spcAft>
                <a:spcPts val="900"/>
              </a:spcAft>
              <a:defRPr sz="1200">
                <a:solidFill>
                  <a:srgbClr val="1E273D"/>
                </a:solidFill>
                <a:latin typeface="Aptos"/>
              </a:defRPr>
            </a:pPr>
            <a:r>
              <a:t>• Hands-on practice with machine learning-based phishing email classification.</a:t>
            </a:r>
          </a:p>
          <a:p>
            <a:pPr>
              <a:spcAft>
                <a:spcPts val="900"/>
              </a:spcAft>
              <a:defRPr sz="1200">
                <a:solidFill>
                  <a:srgbClr val="1E273D"/>
                </a:solidFill>
                <a:latin typeface="Aptos"/>
              </a:defRPr>
            </a:pPr>
            <a:r>
              <a:t>• Understanding of secure authentication, password hashing, validation, and session management.</a:t>
            </a:r>
          </a:p>
          <a:p>
            <a:pPr>
              <a:spcAft>
                <a:spcPts val="900"/>
              </a:spcAft>
              <a:defRPr sz="1200">
                <a:solidFill>
                  <a:srgbClr val="1E273D"/>
                </a:solidFill>
                <a:latin typeface="Aptos"/>
              </a:defRPr>
            </a:pPr>
            <a:r>
              <a:t>• Improved testing, debugging, analytical thinking, and problem-solving ability.</a:t>
            </a:r>
          </a:p>
          <a:p>
            <a:pPr>
              <a:spcAft>
                <a:spcPts val="900"/>
              </a:spcAft>
              <a:defRPr sz="1200">
                <a:solidFill>
                  <a:srgbClr val="1E273D"/>
                </a:solidFill>
                <a:latin typeface="Aptos"/>
              </a:defRPr>
            </a:pPr>
            <a:r>
              <a:t>• Experience in organizing project work and maintaining source code with Git/GitHub.</a:t>
            </a:r>
          </a:p>
          <a:p>
            <a:pPr>
              <a:spcAft>
                <a:spcPts val="900"/>
              </a:spcAft>
              <a:defRPr sz="1200">
                <a:solidFill>
                  <a:srgbClr val="1E273D"/>
                </a:solidFill>
                <a:latin typeface="Aptos"/>
              </a:defRPr>
            </a:pPr>
            <a:r>
              <a:t>• Ability to translate security requirements into practical working solutions.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943600"/>
            <a:ext cx="8503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F3778"/>
                </a:solidFill>
                <a:latin typeface="Aptos"/>
              </a:rPr>
              <a:t>Four assigned cybersecurity projects completed as part of the internship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F9737"/>
                </a:solidFill>
                <a:latin typeface="Aptos"/>
              </a:rPr>
              <a:t>INTERNSHIP CERTIFICATE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73D"/>
                </a:solidFill>
                <a:latin typeface="Georgia"/>
              </a:rPr>
              <a:t>Successfully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A84"/>
                </a:solidFill>
                <a:latin typeface="Aptos"/>
              </a:rPr>
              <a:t>Thiranex • Cybersecurity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A84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325880"/>
            <a:ext cx="85039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96596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F3778"/>
                </a:solidFill>
                <a:latin typeface="Georgia"/>
              </a:rPr>
              <a:t>INTERNSHIP 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6974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E273D"/>
                </a:solidFill>
                <a:latin typeface="Georgia"/>
              </a:rPr>
              <a:t>AQUIB ALI KHAN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2461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C6A84"/>
                </a:solidFill>
                <a:latin typeface="Aptos"/>
              </a:rPr>
              <a:t>Intern – Cybersecurity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4251960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A84"/>
                </a:solidFill>
                <a:latin typeface="Aptos"/>
              </a:rPr>
              <a:t>Insert the official Thiranex internship completion certificate 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892040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F3778"/>
                </a:solidFill>
                <a:latin typeface="Aptos"/>
              </a:rPr>
              <a:t>Roll No.: 25SCS1003000491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F9737"/>
                </a:solidFill>
                <a:latin typeface="Aptos"/>
              </a:rPr>
              <a:t>INTERNSHIP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73D"/>
                </a:solidFill>
                <a:latin typeface="Georgia"/>
              </a:rPr>
              <a:t>Completed Project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A84"/>
                </a:solidFill>
                <a:latin typeface="Aptos"/>
              </a:rPr>
              <a:t>Thiranex • Cybersecurity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A84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273D"/>
                </a:solidFill>
                <a:latin typeface="Georgia"/>
              </a:rPr>
              <a:t>AQUIB ALI KHAN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55648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3778"/>
                </a:solidFill>
                <a:latin typeface="Aptos"/>
              </a:rPr>
              <a:t>Intern – Cybersecurity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3291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63347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6090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633472"/>
            <a:ext cx="251459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01  Offer Letter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999232"/>
            <a:ext cx="24048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Official internship offer / onboarding document.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468880"/>
            <a:ext cx="3291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99431" y="263347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266090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2633472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02  Project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2999232"/>
            <a:ext cx="24048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Assigned tasks, project requirements, and submissions.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468880"/>
            <a:ext cx="3291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2752" y="263347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66090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0808" y="2633472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03  Communication 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2999232"/>
            <a:ext cx="24048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Relevant internship communication and instructions.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4297680"/>
            <a:ext cx="7040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724912" y="4462272"/>
            <a:ext cx="347472" cy="347472"/>
          </a:xfrm>
          <a:prstGeom prst="ellipse">
            <a:avLst/>
          </a:prstGeom>
          <a:solidFill>
            <a:srgbClr val="E7EEFC"/>
          </a:solidFill>
          <a:ln>
            <a:solidFill>
              <a:srgbClr val="E7E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24912" y="448970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F3778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72968" y="4462272"/>
            <a:ext cx="6263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3D"/>
                </a:solidFill>
                <a:latin typeface="Aptos"/>
              </a:rPr>
              <a:t>04  Completion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2968" y="4828032"/>
            <a:ext cx="615391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A84"/>
                </a:solidFill>
                <a:latin typeface="Aptos"/>
              </a:rPr>
              <a:t>Internship certificate and other supporting documents can be placed here.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8978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3778"/>
                </a:solidFill>
                <a:latin typeface="Georgi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